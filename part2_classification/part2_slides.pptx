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C7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Medium (86.1%)</c:v>
                  </c:pt>
                  <c:pt idx="1">
                    <c:v>High (7.2%)</c:v>
                  </c:pt>
                  <c:pt idx="2">
                    <c:v>Low (6.7%)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861</c:v>
                </c:pt>
                <c:pt idx="1">
                  <c:v>72</c:v>
                </c:pt>
                <c:pt idx="2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SVC
(Tuned)</c:v>
                  </c:pt>
                  <c:pt idx="1">
                    <c:v>SVC</c:v>
                  </c:pt>
                  <c:pt idx="2">
                    <c:v>Logistic
Regression</c:v>
                  </c:pt>
                  <c:pt idx="3">
                    <c:v>Decision
Tree</c:v>
                  </c:pt>
                  <c:pt idx="4">
                    <c:v>Random
Forest</c:v>
                  </c:pt>
                  <c:pt idx="5">
                    <c:v>Neural
Network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</c:v>
                </c:pt>
                <c:pt idx="1">
                  <c:v>0.925</c:v>
                </c:pt>
                <c:pt idx="2">
                  <c:v>0.92</c:v>
                </c:pt>
                <c:pt idx="3">
                  <c:v>0.88</c:v>
                </c:pt>
                <c:pt idx="4">
                  <c:v>0.885</c:v>
                </c:pt>
                <c:pt idx="5">
                  <c:v>0.86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SVC
(Tuned)</c:v>
                  </c:pt>
                  <c:pt idx="1">
                    <c:v>SVC</c:v>
                  </c:pt>
                  <c:pt idx="2">
                    <c:v>Logistic
Regression</c:v>
                  </c:pt>
                  <c:pt idx="3">
                    <c:v>Decision
Tree</c:v>
                  </c:pt>
                  <c:pt idx="4">
                    <c:v>Random
Forest</c:v>
                  </c:pt>
                  <c:pt idx="5">
                    <c:v>Neural
Network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0.9803</c:v>
                </c:pt>
                <c:pt idx="1">
                  <c:v>0.9298</c:v>
                </c:pt>
                <c:pt idx="2">
                  <c:v>0.9271</c:v>
                </c:pt>
                <c:pt idx="3">
                  <c:v>0.8691</c:v>
                </c:pt>
                <c:pt idx="4">
                  <c:v>0.8484</c:v>
                </c:pt>
                <c:pt idx="5">
                  <c:v>0.7953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endurance_score</c:v>
                  </c:pt>
                  <c:pt idx="1">
                    <c:v>agility_score</c:v>
                  </c:pt>
                  <c:pt idx="2">
                    <c:v>fatigue_index</c:v>
                  </c:pt>
                  <c:pt idx="3">
                    <c:v>reaction_time</c:v>
                  </c:pt>
                  <c:pt idx="4">
                    <c:v>speed</c:v>
                  </c:pt>
                  <c:pt idx="5">
                    <c:v>acceleration</c:v>
                  </c:pt>
                  <c:pt idx="6">
                    <c:v>heart_rate</c:v>
                  </c:pt>
                  <c:pt idx="7">
                    <c:v>body_temp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0.289</c:v>
                </c:pt>
                <c:pt idx="1">
                  <c:v>0.233</c:v>
                </c:pt>
                <c:pt idx="2">
                  <c:v>0.118</c:v>
                </c:pt>
                <c:pt idx="3">
                  <c:v>0.073</c:v>
                </c:pt>
                <c:pt idx="4">
                  <c:v>0.065</c:v>
                </c:pt>
                <c:pt idx="5">
                  <c:v>0.062</c:v>
                </c:pt>
                <c:pt idx="6">
                  <c:v>0.049</c:v>
                </c:pt>
                <c:pt idx="7">
                  <c:v>0.052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Classification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Performance Category Prediction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DS301 — Capstone Project  |  Team: Majd &amp; Geny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1645920" cy="10972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606040"/>
            <a:ext cx="1645920" cy="10972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3464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1645920" cy="10972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606040"/>
            <a:ext cx="1645920" cy="10972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53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performance_category (Low / Medium / High)  |  Primary metric: Weighted F1-Score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69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Class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· 3 classes · 86% Medium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60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· encode target · stratified split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840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630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Classification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050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SVC · DT · RF · Neural Network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50292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1069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4904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tuned · C=10 · kernel=linear · F1=0.9803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50292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560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350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7706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F1 · confusion matrix · DT visualization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502920" cy="10972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840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630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50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· feature importance · SMOTE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Class Imbalance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00400" cy="12801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0" y="960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Class Imbalance!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371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 of samples are Medium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Accuracy alone is misleading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Weighted F1 used as primary metric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77840" y="2377440"/>
            <a:ext cx="3200400" cy="23774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Handled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2880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
applied to ALL models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
preserves class ratios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primary metric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554480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7 Columns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38528" y="11430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7400" y="960120"/>
            <a:ext cx="1554480" cy="6858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60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Target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30168" y="11430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960120"/>
            <a:ext cx="155448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960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21808" y="11430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40680" y="960120"/>
            <a:ext cx="155448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960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13448" y="11430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960120"/>
            <a:ext cx="155448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960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8745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377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performance_score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feature_1 · feature_2 · feature_3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feature_4 · feature_5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columns removed)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377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(LabelEncoder)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931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= 800 rows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testing = 200 rows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ensures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 preserved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4290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9319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inside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for LR, SVC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Neural Network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&amp; RF: no scaling needed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Classification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24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max_iter=1000 · Pipeline + StandardScaler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64792"/>
            <a:ext cx="109728" cy="7132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SVC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148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StandardScaler · class_weight=balanced · Best model!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901952"/>
            <a:ext cx="73152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9019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69464"/>
            <a:ext cx="109728" cy="71323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33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Decision 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29535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 · Visualized at max_depth=3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74136"/>
            <a:ext cx="109728" cy="7132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438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Random Forest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7581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 · Feature importances reported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178808"/>
            <a:ext cx="109728" cy="713232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2428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Neural Network (MLP)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45628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StandardScaler · hidden=(64,32) · early_stopping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GridSearchCV on SVC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SVC? Highest default F1-score · Most sensitive to C, kernel, and gamma parameters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200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Grid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[0.1, 1, 10]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['rbf', 'linear']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['scale', 'auto']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combinations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folds: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f1_weighted
</a:t>
            </a:r>
            <a:pPr indent="0" marL="0">
              <a:lnSpc>
                <a:spcPct val="150000"/>
              </a:lnSpc>
              <a:buNone/>
            </a:pPr>
            <a:r>
              <a:rPr lang="en-US" sz="11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only </a:t>
            </a:r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leakage)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Found 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176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78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478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114800" cy="16002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429000"/>
            <a:ext cx="4023360" cy="3017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4472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SVC F1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52360" y="3447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758184"/>
            <a:ext cx="4023360" cy="301752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776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SVC F1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52360" y="37764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4087368"/>
            <a:ext cx="4023360" cy="30175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4105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52360" y="41056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Models Compared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Weighted F1-Score (due to class imbalance — 86% Medium)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(Tuned) 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7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~9.7s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0.0204s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0.0192s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0.0088s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(MLP)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0.0535s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Weighted F1-Score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DT Visualization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00400" cy="3840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5623560" y="1005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82880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max_depth=3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readability)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node: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endurance_score
≤ 49.141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agility_score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fatigue_index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reaction_time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Best Model: SVC (Tuned) — F1: 0.9803 · Accuracy: 98.0%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C=10, kernel=linear, gamma=scale · Found via GridSearchCV with 5-fold CV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(linear kernel) outperformed all other models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class imbalance required weighted F1 metric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endurance, agility, fatigue_index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visualization confirms feature importance ranking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fix class imbalance (86% Medium)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— better minority class coverage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polynomial features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SVC as Flask API for real-time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Majd &amp; Geny  |  DS301 Capstone Project  |  github.com/majdalinasser9-ux/athlete-performance-ml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2 - Classification</dc:title>
  <dc:subject>PptxGenJS Presentation</dc:subject>
  <dc:creator>PptxGenJS</dc:creator>
  <cp:lastModifiedBy>PptxGenJS</cp:lastModifiedBy>
  <cp:revision>1</cp:revision>
  <dcterms:created xsi:type="dcterms:W3CDTF">2026-04-30T00:53:28Z</dcterms:created>
  <dcterms:modified xsi:type="dcterms:W3CDTF">2026-04-30T00:53:28Z</dcterms:modified>
</cp:coreProperties>
</file>